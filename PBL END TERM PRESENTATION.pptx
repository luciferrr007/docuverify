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useoModerno Medium" panose="020B0604020202020204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54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 AUTHENTICATION USING BLOCKCHAIN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Name: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PRATHAM JAIN 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Registration Number: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2427030728  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Section:  D</a:t>
            </a:r>
            <a:endParaRPr lang="en-US" sz="1750" dirty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Supervised By: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Mr. Ashish Kumar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FBDB8-81C2-07EB-280A-1D3BBCDB2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0" y="6734916"/>
            <a:ext cx="2631688" cy="1480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545" y="585192"/>
            <a:ext cx="7182088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40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Introduction to 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3545" y="1673900"/>
            <a:ext cx="13143309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 forgery has become a major challenge across academic institutions, corporate companies, and government bodies. Traditional verification methods depend on: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3545" y="2592467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checking of certificates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3545" y="3006566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Physical signatures and seals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3545" y="3420666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databases that can be manipulated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3545" y="4079081"/>
            <a:ext cx="40719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Problems with current systems: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3545" y="4729639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chances of document tampering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3545" y="5143738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Slow verification processes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3545" y="5557838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of global accessibility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3545" y="5971937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Single-point system failures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3545" y="6386036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reliable method to check originality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3545" y="6964799"/>
            <a:ext cx="13143309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blockchain?</a:t>
            </a: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Blockchain solves these issues by providing a </a:t>
            </a:r>
            <a:r>
              <a:rPr lang="en-US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decentralized, tamper-proof, transparent, and secure</a:t>
            </a: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environment for document authentication.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FD587D-74BC-AF23-BB44-1198D6FAF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482" y="7452136"/>
            <a:ext cx="1984917" cy="6796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6894"/>
            <a:ext cx="109030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Importance of Blockchain in Verification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79301"/>
            <a:ext cx="4196358" cy="1603296"/>
          </a:xfrm>
          <a:prstGeom prst="roundRect">
            <a:avLst>
              <a:gd name="adj" fmla="val 9125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2979301"/>
            <a:ext cx="121920" cy="1603296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32365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stored on blockchain </a:t>
            </a: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cannot be altered or deleted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ensuring document immutability.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979301"/>
            <a:ext cx="4196358" cy="1603296"/>
          </a:xfrm>
          <a:prstGeom prst="roundRect">
            <a:avLst>
              <a:gd name="adj" fmla="val 9125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186482" y="2979301"/>
            <a:ext cx="121920" cy="1603296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565696" y="32365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single authority controls the system, reducing manipulation and corruption.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979301"/>
            <a:ext cx="4196358" cy="1603296"/>
          </a:xfrm>
          <a:prstGeom prst="roundRect">
            <a:avLst>
              <a:gd name="adj" fmla="val 9125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9653" y="2979301"/>
            <a:ext cx="121920" cy="1603296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988868" y="32365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Verification can be performed </a:t>
            </a: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instantly from anywhere in the world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without intermediaries.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4196358" cy="1603296"/>
          </a:xfrm>
          <a:prstGeom prst="roundRect">
            <a:avLst>
              <a:gd name="adj" fmla="val 9125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63310" y="4809411"/>
            <a:ext cx="121920" cy="1603296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42524" y="506670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Cryptographic hashing ensures the </a:t>
            </a: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original document remains private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while still verifying integrity.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216962" y="4809411"/>
            <a:ext cx="4196358" cy="1603296"/>
          </a:xfrm>
          <a:prstGeom prst="roundRect">
            <a:avLst>
              <a:gd name="adj" fmla="val 9125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86482" y="4809411"/>
            <a:ext cx="121920" cy="1603296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65696" y="506670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Growing forgery cases globally highlight the need for a strong authentication mechanism.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5C4CF4-2BC3-6276-2B0C-64376B38C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8496" y="6658934"/>
            <a:ext cx="2633700" cy="1481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349" y="401003"/>
            <a:ext cx="3638907" cy="45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440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Literature Survey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9349" y="1146929"/>
            <a:ext cx="13611701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Researchers have explored multiple blockchain-based solutions for document verification: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9349" y="1620857"/>
            <a:ext cx="72747" cy="72747"/>
          </a:xfrm>
          <a:prstGeom prst="roundRect">
            <a:avLst>
              <a:gd name="adj" fmla="val 628480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5" name="Text 3"/>
          <p:cNvSpPr/>
          <p:nvPr/>
        </p:nvSpPr>
        <p:spPr>
          <a:xfrm>
            <a:off x="727591" y="1543526"/>
            <a:ext cx="244613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1. Ethereum-based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27591" y="1858208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certificate hashes on the Ethereum blockchain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7591" y="2141934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Highly transparent and globally accessible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7591" y="2425660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Gas fees &amp; complexity remain challenges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9349" y="3026985"/>
            <a:ext cx="72747" cy="72747"/>
          </a:xfrm>
          <a:prstGeom prst="roundRect">
            <a:avLst>
              <a:gd name="adj" fmla="val 628480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10" name="Text 8"/>
          <p:cNvSpPr/>
          <p:nvPr/>
        </p:nvSpPr>
        <p:spPr>
          <a:xfrm>
            <a:off x="727591" y="2949654"/>
            <a:ext cx="3162657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2. Blockchain + IPFS hybrid systems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7591" y="3264337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 documents stored in IPFS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7591" y="3548063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Hash stored on blockchain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7591" y="3831788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on-chain cost but adds architectural complexity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9349" y="4433114"/>
            <a:ext cx="72747" cy="72747"/>
          </a:xfrm>
          <a:prstGeom prst="roundRect">
            <a:avLst>
              <a:gd name="adj" fmla="val 628480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15" name="Text 13"/>
          <p:cNvSpPr/>
          <p:nvPr/>
        </p:nvSpPr>
        <p:spPr>
          <a:xfrm>
            <a:off x="727591" y="4355783"/>
            <a:ext cx="268569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 Hyperledger Fabric solutions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7591" y="4681657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Ideal for enterprises requiring permission-based access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7591" y="4954191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 secure but harder to deploy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09349" y="5555516"/>
            <a:ext cx="72747" cy="72747"/>
          </a:xfrm>
          <a:prstGeom prst="roundRect">
            <a:avLst>
              <a:gd name="adj" fmla="val 628480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19" name="Text 17"/>
          <p:cNvSpPr/>
          <p:nvPr/>
        </p:nvSpPr>
        <p:spPr>
          <a:xfrm>
            <a:off x="727591" y="5478185"/>
            <a:ext cx="2890242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4. Blockchain + QR Code systems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27591" y="5792867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 verification for printed documents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7591" y="6076593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Risks if QR codes are copied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9349" y="6677918"/>
            <a:ext cx="72747" cy="72747"/>
          </a:xfrm>
          <a:prstGeom prst="roundRect">
            <a:avLst>
              <a:gd name="adj" fmla="val 628480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23" name="Text 21"/>
          <p:cNvSpPr/>
          <p:nvPr/>
        </p:nvSpPr>
        <p:spPr>
          <a:xfrm>
            <a:off x="727591" y="6600587"/>
            <a:ext cx="2130504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5. NFT-based certificates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7591" y="6915269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Unique, permanent digital tokens representing certificates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7591" y="7198995"/>
            <a:ext cx="1339346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user-friendly for non-technical users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9349" y="7595592"/>
            <a:ext cx="13611701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adopts the </a:t>
            </a:r>
            <a:r>
              <a:rPr lang="en-US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simpler, more practical hash-based verification method</a:t>
            </a: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F2CB972-1ECD-9DAF-9725-9425C85ED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700" y="6714291"/>
            <a:ext cx="2633700" cy="1481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16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Comparative Study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84045"/>
            <a:ext cx="13042821" cy="5005864"/>
          </a:xfrm>
          <a:prstGeom prst="roundRect">
            <a:avLst>
              <a:gd name="adj" fmla="val 68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1410" y="189166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343" y="203537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Approach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598" y="2035373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Advantages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606" y="203537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Limitations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541984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8343" y="2685693"/>
            <a:ext cx="2148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Ethereum Smart Contracts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598" y="2685693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Tamper-proof, globally accessible, decentralized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606" y="2685693"/>
            <a:ext cx="47535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Gas fees, complex to integrate with existing systems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55520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28343" y="369891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Blockchain + IPFS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637598" y="3698915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storage load, distributed system, scalable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848606" y="3698915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Dependent on IPFS gateways, complex setup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205526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28343" y="434923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Hyperledger Fabric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7598" y="4349234"/>
            <a:ext cx="474976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Controlled &amp; permissioned access, enterprise-grade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848606" y="4349234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Setup &amp; coordination complexities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21874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28343" y="536245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QR + Blockchain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598" y="5362456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 for end users, supports physical certificates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848606" y="5362456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QR copying, requires internet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86906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28343" y="601277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Hash-Based Storage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3637598" y="6012775"/>
            <a:ext cx="474976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Lightweight, fast verification, supports all document types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8848606" y="6012775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Cannot validate who issued the document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71450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comparative study helps justify the selection of our chosen approach.</a:t>
            </a:r>
            <a:endParaRPr lang="en-US" sz="17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94EC033-872D-163D-3A07-DAE787160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6778" y="7145060"/>
            <a:ext cx="1733622" cy="975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92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Problem Statement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90" y="25216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Today’s verification processes suffer from: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31396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Increasing document forgery and fraud cases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3581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operational costs due to manual checking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40240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Vulnerable storage prone to unauthorized modifications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44662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Slow, inefficient verification workflows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3790" y="49084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of transparency and trust between institutions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3790" y="552652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Therefore:</a:t>
            </a: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There is a strong need for a </a:t>
            </a:r>
            <a:r>
              <a:rPr lang="en-US" sz="2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cost-effective, decentralized, secure, and tamper-proof</a:t>
            </a: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system that can authenticate digital documents without depending on intermediaries.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3790" y="65074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develops such a system using </a:t>
            </a:r>
            <a:r>
              <a:rPr lang="en-US" sz="2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blockchain + cryptographic hashing</a:t>
            </a: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ensuring authenticity, integrity, and transparency.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B515EA-CE27-9614-9B70-D16B2B899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7345" y="6870383"/>
            <a:ext cx="2633700" cy="1247705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CD013184-B731-B722-C8EC-44188FFBDFBD}"/>
              </a:ext>
            </a:extLst>
          </p:cNvPr>
          <p:cNvSpPr/>
          <p:nvPr/>
        </p:nvSpPr>
        <p:spPr>
          <a:xfrm>
            <a:off x="793790" y="3168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Increasing document forgery and fraud cases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04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Project Objectives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90" y="251281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867858"/>
            <a:ext cx="6407944" cy="3048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793790" y="304216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</a:t>
            </a:r>
            <a:r>
              <a:rPr lang="en-US" sz="2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blockchain-based platform</a:t>
            </a: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document authentication.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28548" y="251281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28548" y="2867858"/>
            <a:ext cx="6408063" cy="3048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428548" y="3042166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r>
              <a:rPr lang="en-US" sz="2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SHA-256 cryptographic hashing</a:t>
            </a: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verify document integrity without storing the file on-chain.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3790" y="416480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3790" y="4519851"/>
            <a:ext cx="6407944" cy="3048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793790" y="469415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a </a:t>
            </a:r>
            <a:r>
              <a:rPr lang="en-US" sz="2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simple and accessible interface</a:t>
            </a: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uploading and verifying documents.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28548" y="416480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28548" y="4519851"/>
            <a:ext cx="6408063" cy="3048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428548" y="469415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 verification time from days to seconds.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3790" y="58167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3790" y="6171843"/>
            <a:ext cx="6407944" cy="3048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93790" y="6346150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dependency on manual verification and intermediaries.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28548" y="58167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06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28548" y="6171843"/>
            <a:ext cx="6408063" cy="3048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7428548" y="6346150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Ensure that document validity can be checked </a:t>
            </a:r>
            <a:r>
              <a:rPr lang="en-US" sz="2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anytime, anywhere</a:t>
            </a:r>
            <a:r>
              <a:rPr lang="en-US" sz="2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49A26FF-7F2E-4DFE-A228-617BDCEA9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069" y="6852880"/>
            <a:ext cx="2344331" cy="13186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177" y="362069"/>
            <a:ext cx="4733092" cy="41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480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System Planning &amp; Workflow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60177" y="1035844"/>
            <a:ext cx="13710047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project development involves six major phases: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77" y="1393984"/>
            <a:ext cx="394454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076" y="1525429"/>
            <a:ext cx="2291596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3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1. Requirement Analysis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86076" y="1838639"/>
            <a:ext cx="13184148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system needs such as upload, hash generation, smart contract interaction.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86076" y="2107049"/>
            <a:ext cx="13184148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tech stack (HTML/CSS/JS, Node.js/Python Flask, Solidity, Ganache, Web3.js).</a:t>
            </a: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4" y="2580203"/>
            <a:ext cx="394454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3243" y="2711648"/>
            <a:ext cx="2101096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3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2. System Architecture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1183243" y="3037046"/>
            <a:ext cx="12986980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 Upload → Hash Generator → Blockchain Storage → Verification Module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183243" y="3293269"/>
            <a:ext cx="12986980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hash is stored, ensuring privacy &amp; low cost.</a:t>
            </a:r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31" y="3766423"/>
            <a:ext cx="394454" cy="1143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0530" y="3897868"/>
            <a:ext cx="2971443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3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 Smart Contract Development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1380530" y="4223266"/>
            <a:ext cx="1278969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Functions to store, retrieve, timestamp, and log document hashes.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380530" y="4479488"/>
            <a:ext cx="1278969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Deployment using Ganache &amp; Truffle/Remix.</a:t>
            </a:r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798" y="4952643"/>
            <a:ext cx="394454" cy="1143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77697" y="5084088"/>
            <a:ext cx="2207181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3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4. Backend Integration</a:t>
            </a:r>
            <a:endParaRPr lang="en-US" sz="3200" dirty="0"/>
          </a:p>
        </p:txBody>
      </p:sp>
      <p:sp>
        <p:nvSpPr>
          <p:cNvPr id="18" name="Text 12"/>
          <p:cNvSpPr/>
          <p:nvPr/>
        </p:nvSpPr>
        <p:spPr>
          <a:xfrm>
            <a:off x="1577697" y="5409486"/>
            <a:ext cx="12592526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Reads documents, generates SHA-256 hash, interacts with smart contracts.</a:t>
            </a:r>
            <a:endParaRPr lang="en-US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31" y="5882640"/>
            <a:ext cx="394454" cy="1143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0530" y="6014085"/>
            <a:ext cx="288428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3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5. User Interface Development</a:t>
            </a:r>
            <a:endParaRPr lang="en-US" sz="3200" dirty="0"/>
          </a:p>
        </p:txBody>
      </p:sp>
      <p:sp>
        <p:nvSpPr>
          <p:cNvPr id="21" name="Text 14"/>
          <p:cNvSpPr/>
          <p:nvPr/>
        </p:nvSpPr>
        <p:spPr>
          <a:xfrm>
            <a:off x="1380530" y="6339483"/>
            <a:ext cx="1278969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Simple UI for upload &amp; verification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1380530" y="6595705"/>
            <a:ext cx="1278969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transaction IDs, success messages, verification output</a:t>
            </a:r>
            <a:endParaRPr lang="en-US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44" y="7068860"/>
            <a:ext cx="394454" cy="11430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3243" y="7200305"/>
            <a:ext cx="2174796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3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6. Testing &amp; Evaluation</a:t>
            </a:r>
            <a:endParaRPr lang="en-US" sz="3200" dirty="0"/>
          </a:p>
        </p:txBody>
      </p:sp>
      <p:sp>
        <p:nvSpPr>
          <p:cNvPr id="25" name="Text 17"/>
          <p:cNvSpPr/>
          <p:nvPr/>
        </p:nvSpPr>
        <p:spPr>
          <a:xfrm>
            <a:off x="1183243" y="7525702"/>
            <a:ext cx="12986980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 tests, integration tests, and user testing.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387E87-7483-19D4-113F-F2476C96B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6700" y="6675488"/>
            <a:ext cx="2633700" cy="1481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1723"/>
            <a:ext cx="6794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System Implementation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93790" y="2677478"/>
            <a:ext cx="407622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Smart Contract Features: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33295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document hash securely on blockchain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37717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Records timestamps for verification history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3790" y="42139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public retrieval function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3790" y="480369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Backend Processes: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93790" y="54558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Reads file → Computes hash → Sends to blockchain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3790" y="58979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Retrieves stored hash → Compares with new hash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3790" y="63401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authenticity result: </a:t>
            </a:r>
            <a:r>
              <a:rPr lang="en-US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 / Not Authentic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99521" y="267747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Frontend Features: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599521" y="33295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dashboard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99521" y="37717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 upload area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99521" y="42139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Verification status messages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99521" y="46561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Blockchain transaction hash display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99521" y="524589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Overall Output: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599521" y="58979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fast, secure, transparent document authentication platform using blockchain.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D4730D-616E-1D54-AA0A-96597E7C0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700" y="6703100"/>
            <a:ext cx="2633700" cy="1481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33927" y="3796195"/>
            <a:ext cx="82756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7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                               THANK YOU!</a:t>
            </a:r>
            <a:endParaRPr lang="en-US" sz="7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237744-AD45-F4BC-31E9-D72BDE62B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700" y="6748144"/>
            <a:ext cx="2633700" cy="1481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818</Words>
  <Application>Microsoft Office PowerPoint</Application>
  <PresentationFormat>Custom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MuseoModerno Light</vt:lpstr>
      <vt:lpstr>Arial</vt:lpstr>
      <vt:lpstr>MuseoModerno Medium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Pratham Jain</dc:creator>
  <cp:lastModifiedBy>Pratham Jain</cp:lastModifiedBy>
  <cp:revision>2</cp:revision>
  <dcterms:created xsi:type="dcterms:W3CDTF">2025-11-20T05:57:54Z</dcterms:created>
  <dcterms:modified xsi:type="dcterms:W3CDTF">2025-11-20T06:05:39Z</dcterms:modified>
</cp:coreProperties>
</file>